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53041-6E14-48C2-BB25-57F1E092DC66}" v="1" dt="2026-09-11T03:50:11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lika Chilumula" userId="607cf3fa0c7e2317" providerId="LiveId" clId="{FEEC5A1D-66EA-416F-8AFF-911E55FB040C}"/>
    <pc:docChg chg="custSel modSld">
      <pc:chgData name="Madhulika Chilumula" userId="607cf3fa0c7e2317" providerId="LiveId" clId="{FEEC5A1D-66EA-416F-8AFF-911E55FB040C}" dt="2026-09-11T08:08:19.316" v="108" actId="1076"/>
      <pc:docMkLst>
        <pc:docMk/>
      </pc:docMkLst>
      <pc:sldChg chg="modSp mod">
        <pc:chgData name="Madhulika Chilumula" userId="607cf3fa0c7e2317" providerId="LiveId" clId="{FEEC5A1D-66EA-416F-8AFF-911E55FB040C}" dt="2026-09-11T03:31:26.858" v="55" actId="255"/>
        <pc:sldMkLst>
          <pc:docMk/>
          <pc:sldMk cId="0" sldId="257"/>
        </pc:sldMkLst>
        <pc:spChg chg="mod">
          <ac:chgData name="Madhulika Chilumula" userId="607cf3fa0c7e2317" providerId="LiveId" clId="{FEEC5A1D-66EA-416F-8AFF-911E55FB040C}" dt="2026-09-11T03:31:26.858" v="55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18.296" v="54" actId="255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05:51.723" v="96" actId="255"/>
        <pc:sldMkLst>
          <pc:docMk/>
          <pc:sldMk cId="0" sldId="258"/>
        </pc:sldMkLst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5:51.723" v="96" actId="255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06:01.006" v="97" actId="255"/>
        <pc:sldMkLst>
          <pc:docMk/>
          <pc:sldMk cId="0" sldId="259"/>
        </pc:sldMkLst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40.456" v="56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40.456" v="56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40.456" v="56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01.006" v="97" actId="255"/>
          <ac:spMkLst>
            <pc:docMk/>
            <pc:sldMk cId="0" sldId="259"/>
            <ac:spMk id="29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06:15.148" v="98" actId="255"/>
        <pc:sldMkLst>
          <pc:docMk/>
          <pc:sldMk cId="0" sldId="260"/>
        </pc:sldMkLst>
        <pc:spChg chg="mod">
          <ac:chgData name="Madhulika Chilumula" userId="607cf3fa0c7e2317" providerId="LiveId" clId="{FEEC5A1D-66EA-416F-8AFF-911E55FB040C}" dt="2026-09-11T03:31:58.553" v="57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58.553" v="57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58.553" v="57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2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1:58.553" v="57" actId="255"/>
          <ac:spMkLst>
            <pc:docMk/>
            <pc:sldMk cId="0" sldId="260"/>
            <ac:spMk id="3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3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15.148" v="98" actId="255"/>
          <ac:spMkLst>
            <pc:docMk/>
            <pc:sldMk cId="0" sldId="260"/>
            <ac:spMk id="37" creationId="{00000000-0000-0000-0000-000000000000}"/>
          </ac:spMkLst>
        </pc:spChg>
      </pc:sldChg>
      <pc:sldChg chg="addSp delSp modSp mod">
        <pc:chgData name="Madhulika Chilumula" userId="607cf3fa0c7e2317" providerId="LiveId" clId="{FEEC5A1D-66EA-416F-8AFF-911E55FB040C}" dt="2026-09-11T08:06:29.509" v="99" actId="255"/>
        <pc:sldMkLst>
          <pc:docMk/>
          <pc:sldMk cId="0" sldId="261"/>
        </pc:sldMkLst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3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29.509" v="99" actId="255"/>
          <ac:spMkLst>
            <pc:docMk/>
            <pc:sldMk cId="0" sldId="261"/>
            <ac:spMk id="41" creationId="{00000000-0000-0000-0000-000000000000}"/>
          </ac:spMkLst>
        </pc:spChg>
        <pc:spChg chg="add del mod">
          <ac:chgData name="Madhulika Chilumula" userId="607cf3fa0c7e2317" providerId="LiveId" clId="{FEEC5A1D-66EA-416F-8AFF-911E55FB040C}" dt="2026-09-11T03:50:21.646" v="94"/>
          <ac:spMkLst>
            <pc:docMk/>
            <pc:sldMk cId="0" sldId="261"/>
            <ac:spMk id="46" creationId="{D797FA5D-D90F-2A5C-9F6D-557091CE67CE}"/>
          </ac:spMkLst>
        </pc:spChg>
      </pc:sldChg>
      <pc:sldChg chg="addSp modSp mod">
        <pc:chgData name="Madhulika Chilumula" userId="607cf3fa0c7e2317" providerId="LiveId" clId="{FEEC5A1D-66EA-416F-8AFF-911E55FB040C}" dt="2026-09-11T08:06:45.230" v="100" actId="255"/>
        <pc:sldMkLst>
          <pc:docMk/>
          <pc:sldMk cId="0" sldId="262"/>
        </pc:sldMkLst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45.230" v="100" actId="255"/>
          <ac:spMkLst>
            <pc:docMk/>
            <pc:sldMk cId="0" sldId="262"/>
            <ac:spMk id="15" creationId="{00000000-0000-0000-0000-000000000000}"/>
          </ac:spMkLst>
        </pc:spChg>
        <pc:picChg chg="add mod">
          <ac:chgData name="Madhulika Chilumula" userId="607cf3fa0c7e2317" providerId="LiveId" clId="{FEEC5A1D-66EA-416F-8AFF-911E55FB040C}" dt="2026-09-11T03:32:24.166" v="59" actId="1076"/>
          <ac:picMkLst>
            <pc:docMk/>
            <pc:sldMk cId="0" sldId="262"/>
            <ac:picMk id="19" creationId="{944B1CA9-AA44-3B29-239C-9FC763AA6215}"/>
          </ac:picMkLst>
        </pc:picChg>
      </pc:sldChg>
      <pc:sldChg chg="addSp modSp mod">
        <pc:chgData name="Madhulika Chilumula" userId="607cf3fa0c7e2317" providerId="LiveId" clId="{FEEC5A1D-66EA-416F-8AFF-911E55FB040C}" dt="2026-09-11T08:06:55.766" v="101" actId="255"/>
        <pc:sldMkLst>
          <pc:docMk/>
          <pc:sldMk cId="0" sldId="263"/>
        </pc:sldMkLst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6:55.766" v="101" actId="255"/>
          <ac:spMkLst>
            <pc:docMk/>
            <pc:sldMk cId="0" sldId="263"/>
            <ac:spMk id="15" creationId="{00000000-0000-0000-0000-000000000000}"/>
          </ac:spMkLst>
        </pc:spChg>
        <pc:picChg chg="add mod">
          <ac:chgData name="Madhulika Chilumula" userId="607cf3fa0c7e2317" providerId="LiveId" clId="{FEEC5A1D-66EA-416F-8AFF-911E55FB040C}" dt="2026-09-11T03:25:43.305" v="30" actId="14100"/>
          <ac:picMkLst>
            <pc:docMk/>
            <pc:sldMk cId="0" sldId="263"/>
            <ac:picMk id="19" creationId="{CFBA3433-C8EB-5E03-807E-E3CF0AF7F8A4}"/>
          </ac:picMkLst>
        </pc:picChg>
      </pc:sldChg>
      <pc:sldChg chg="addSp modSp mod">
        <pc:chgData name="Madhulika Chilumula" userId="607cf3fa0c7e2317" providerId="LiveId" clId="{FEEC5A1D-66EA-416F-8AFF-911E55FB040C}" dt="2026-09-11T08:07:06.008" v="102" actId="255"/>
        <pc:sldMkLst>
          <pc:docMk/>
          <pc:sldMk cId="0" sldId="264"/>
        </pc:sldMkLst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06.008" v="102" actId="255"/>
          <ac:spMkLst>
            <pc:docMk/>
            <pc:sldMk cId="0" sldId="264"/>
            <ac:spMk id="15" creationId="{00000000-0000-0000-0000-000000000000}"/>
          </ac:spMkLst>
        </pc:spChg>
        <pc:picChg chg="add mod">
          <ac:chgData name="Madhulika Chilumula" userId="607cf3fa0c7e2317" providerId="LiveId" clId="{FEEC5A1D-66EA-416F-8AFF-911E55FB040C}" dt="2026-09-11T03:25:34.239" v="29" actId="14100"/>
          <ac:picMkLst>
            <pc:docMk/>
            <pc:sldMk cId="0" sldId="264"/>
            <ac:picMk id="19" creationId="{9A39D348-8169-1B63-86A2-ADFE078E65EB}"/>
          </ac:picMkLst>
        </pc:picChg>
      </pc:sldChg>
      <pc:sldChg chg="addSp modSp mod">
        <pc:chgData name="Madhulika Chilumula" userId="607cf3fa0c7e2317" providerId="LiveId" clId="{FEEC5A1D-66EA-416F-8AFF-911E55FB040C}" dt="2026-09-11T08:07:16.756" v="103" actId="255"/>
        <pc:sldMkLst>
          <pc:docMk/>
          <pc:sldMk cId="0" sldId="265"/>
        </pc:sldMkLst>
        <pc:spChg chg="mod">
          <ac:chgData name="Madhulika Chilumula" userId="607cf3fa0c7e2317" providerId="LiveId" clId="{FEEC5A1D-66EA-416F-8AFF-911E55FB040C}" dt="2026-09-11T03:33:58.812" v="68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16.756" v="103" actId="255"/>
          <ac:spMkLst>
            <pc:docMk/>
            <pc:sldMk cId="0" sldId="265"/>
            <ac:spMk id="15" creationId="{00000000-0000-0000-0000-000000000000}"/>
          </ac:spMkLst>
        </pc:spChg>
        <pc:picChg chg="add mod">
          <ac:chgData name="Madhulika Chilumula" userId="607cf3fa0c7e2317" providerId="LiveId" clId="{FEEC5A1D-66EA-416F-8AFF-911E55FB040C}" dt="2026-09-11T03:27:47.251" v="42" actId="14100"/>
          <ac:picMkLst>
            <pc:docMk/>
            <pc:sldMk cId="0" sldId="265"/>
            <ac:picMk id="19" creationId="{813A971A-5EA6-89B9-D755-FEDD739D1C14}"/>
          </ac:picMkLst>
        </pc:picChg>
      </pc:sldChg>
      <pc:sldChg chg="delSp modSp mod">
        <pc:chgData name="Madhulika Chilumula" userId="607cf3fa0c7e2317" providerId="LiveId" clId="{FEEC5A1D-66EA-416F-8AFF-911E55FB040C}" dt="2026-09-11T08:07:26.116" v="104" actId="255"/>
        <pc:sldMkLst>
          <pc:docMk/>
          <pc:sldMk cId="0" sldId="266"/>
        </pc:sldMkLst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37.719" v="71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1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24.538" v="69" actId="255"/>
          <ac:spMkLst>
            <pc:docMk/>
            <pc:sldMk cId="0" sldId="266"/>
            <ac:spMk id="1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46.051" v="72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24.538" v="69" actId="25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3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24.538" v="69" actId="255"/>
          <ac:spMkLst>
            <pc:docMk/>
            <pc:sldMk cId="0" sldId="266"/>
            <ac:spMk id="3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3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24.538" v="69" actId="255"/>
          <ac:spMkLst>
            <pc:docMk/>
            <pc:sldMk cId="0" sldId="266"/>
            <ac:spMk id="3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24.538" v="69" actId="255"/>
          <ac:spMkLst>
            <pc:docMk/>
            <pc:sldMk cId="0" sldId="266"/>
            <ac:spMk id="3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24.538" v="69" actId="255"/>
          <ac:spMkLst>
            <pc:docMk/>
            <pc:sldMk cId="0" sldId="266"/>
            <ac:spMk id="3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4:24.538" v="69" actId="255"/>
          <ac:spMkLst>
            <pc:docMk/>
            <pc:sldMk cId="0" sldId="266"/>
            <ac:spMk id="4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53:59.401" v="95" actId="1076"/>
          <ac:spMkLst>
            <pc:docMk/>
            <pc:sldMk cId="0" sldId="266"/>
            <ac:spMk id="4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4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4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4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5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26.116" v="104" actId="255"/>
          <ac:spMkLst>
            <pc:docMk/>
            <pc:sldMk cId="0" sldId="266"/>
            <ac:spMk id="58" creationId="{00000000-0000-0000-0000-000000000000}"/>
          </ac:spMkLst>
        </pc:spChg>
        <pc:spChg chg="del">
          <ac:chgData name="Madhulika Chilumula" userId="607cf3fa0c7e2317" providerId="LiveId" clId="{FEEC5A1D-66EA-416F-8AFF-911E55FB040C}" dt="2026-09-11T03:34:55.795" v="73" actId="21"/>
          <ac:spMkLst>
            <pc:docMk/>
            <pc:sldMk cId="0" sldId="266"/>
            <ac:spMk id="59" creationId="{00000000-0000-0000-0000-000000000000}"/>
          </ac:spMkLst>
        </pc:spChg>
      </pc:sldChg>
      <pc:sldChg chg="addSp modSp mod">
        <pc:chgData name="Madhulika Chilumula" userId="607cf3fa0c7e2317" providerId="LiveId" clId="{FEEC5A1D-66EA-416F-8AFF-911E55FB040C}" dt="2026-09-11T08:07:39.209" v="105" actId="255"/>
        <pc:sldMkLst>
          <pc:docMk/>
          <pc:sldMk cId="0" sldId="267"/>
        </pc:sldMkLst>
        <pc:spChg chg="mod">
          <ac:chgData name="Madhulika Chilumula" userId="607cf3fa0c7e2317" providerId="LiveId" clId="{FEEC5A1D-66EA-416F-8AFF-911E55FB040C}" dt="2026-09-11T03:35:12.178" v="75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5:22.094" v="76" actId="255"/>
          <ac:spMkLst>
            <pc:docMk/>
            <pc:sldMk cId="0" sldId="267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1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1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1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39.209" v="105" actId="255"/>
          <ac:spMkLst>
            <pc:docMk/>
            <pc:sldMk cId="0" sldId="267"/>
            <ac:spMk id="19" creationId="{00000000-0000-0000-0000-000000000000}"/>
          </ac:spMkLst>
        </pc:spChg>
        <pc:picChg chg="add mod">
          <ac:chgData name="Madhulika Chilumula" userId="607cf3fa0c7e2317" providerId="LiveId" clId="{FEEC5A1D-66EA-416F-8AFF-911E55FB040C}" dt="2026-09-11T03:30:19.552" v="53" actId="1076"/>
          <ac:picMkLst>
            <pc:docMk/>
            <pc:sldMk cId="0" sldId="267"/>
            <ac:picMk id="22" creationId="{CE7862DE-95D9-D833-BB2C-7D3852C8605A}"/>
          </ac:picMkLst>
        </pc:picChg>
      </pc:sldChg>
      <pc:sldChg chg="modSp mod">
        <pc:chgData name="Madhulika Chilumula" userId="607cf3fa0c7e2317" providerId="LiveId" clId="{FEEC5A1D-66EA-416F-8AFF-911E55FB040C}" dt="2026-09-11T08:07:51.260" v="106" actId="255"/>
        <pc:sldMkLst>
          <pc:docMk/>
          <pc:sldMk cId="0" sldId="268"/>
        </pc:sldMkLst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5:39.383" v="78" actId="2711"/>
          <ac:spMkLst>
            <pc:docMk/>
            <pc:sldMk cId="0" sldId="268"/>
            <ac:spMk id="1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5:39.383" v="78" actId="2711"/>
          <ac:spMkLst>
            <pc:docMk/>
            <pc:sldMk cId="0" sldId="268"/>
            <ac:spMk id="1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5:39.383" v="78" actId="2711"/>
          <ac:spMkLst>
            <pc:docMk/>
            <pc:sldMk cId="0" sldId="268"/>
            <ac:spMk id="2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2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2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7:51.260" v="106" actId="255"/>
          <ac:spMkLst>
            <pc:docMk/>
            <pc:sldMk cId="0" sldId="268"/>
            <ac:spMk id="27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08:10.167" v="107" actId="255"/>
        <pc:sldMkLst>
          <pc:docMk/>
          <pc:sldMk cId="0" sldId="269"/>
        </pc:sldMkLst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5:52.657" v="80" actId="2711"/>
          <ac:spMkLst>
            <pc:docMk/>
            <pc:sldMk cId="0" sldId="269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5:52.657" v="80" actId="271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1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10.167" v="107" actId="25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5:52.657" v="80" actId="2711"/>
          <ac:spMkLst>
            <pc:docMk/>
            <pc:sldMk cId="0" sldId="269"/>
            <ac:spMk id="23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08:19.316" v="108" actId="1076"/>
        <pc:sldMkLst>
          <pc:docMk/>
          <pc:sldMk cId="0" sldId="270"/>
        </pc:sldMkLst>
        <pc:spChg chg="mod">
          <ac:chgData name="Madhulika Chilumula" userId="607cf3fa0c7e2317" providerId="LiveId" clId="{FEEC5A1D-66EA-416F-8AFF-911E55FB040C}" dt="2026-09-11T08:08:19.316" v="108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6:34.400" v="85" actId="255"/>
          <ac:spMkLst>
            <pc:docMk/>
            <pc:sldMk cId="0" sldId="270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6:48.558" v="87" actId="2711"/>
          <ac:spMkLst>
            <pc:docMk/>
            <pc:sldMk cId="0" sldId="270"/>
            <ac:spMk id="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6:59.337" v="89" actId="2711"/>
          <ac:spMkLst>
            <pc:docMk/>
            <pc:sldMk cId="0" sldId="270"/>
            <ac:spMk id="1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3:37:10.329" v="91" actId="2711"/>
          <ac:spMkLst>
            <pc:docMk/>
            <pc:sldMk cId="0" sldId="270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93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AND FOUND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TRACKER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49808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smart, location-aware recovery network for the campus community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9808" y="452628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2  •  Sec No-10  •  Team No-16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257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M. Harshika   |   2520090047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55869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Ch. Madhulika   |   2520090056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16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 Neha   |   2520090013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WE NEED THIS 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College campuses generate a constant stream of lost and found belongings — ID cards, electronics, bags, water bottles — but recovery still depends on outdated, fragmented methods.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7FA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999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2944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Scattered channels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33101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Notice boards, WhatsApp groups, and word-of-mouth are unorganized and easily missed.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7FAFA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2999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86600" y="2944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 location context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33101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no record of where an item was actually lost or found on campus.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7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5010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49560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 verification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53218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Anyone can claim an item — there's no way to confirm true ownership.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72200" y="47548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7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8232" y="5010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49560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Slow, manual matching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86600" y="53218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must manually cross-check every posting themselves, item by item.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92240" y="13258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1463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delayed recovery, lost trust, and repeated losses at the same hotspots across campus.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SYSTEM AIMS TO ACHIEVE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9092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90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centralized platform to report and track lost and found items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53912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2512" y="1879092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8790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68312" y="141732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 location-aware reporting and hotspot visualization on a campus map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52444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524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3040" y="3090672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Automatically generate potential matches between lost and found reports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53912" y="30906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3552444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5524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68312" y="3090672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 secure ownership verification before an item is released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764024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25796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257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63040" y="4764024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every report through a clear recovery lifecycle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53912" y="4764024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2512" y="5225796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52257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68312" y="4764024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 administrators tools to review, resolve, and de-duplicate reports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THE PLATFORM 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Proposed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Lost and Found Campus Tracker gives every reported item a recovery trail — from the moment it's reported to the moment it's safely returned.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0"/>
          </a:xfrm>
          <a:prstGeom prst="line">
            <a:avLst/>
          </a:prstGeom>
          <a:noFill/>
          <a:ln w="25400">
            <a:solidFill>
              <a:srgbClr val="D7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1016" y="26334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271016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4930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Reported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3950208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Item logged with category, description, location, date/time &amp;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29584" y="26334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807208" y="33832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2916936" y="34930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Possible Match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16936" y="3950208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compares attributes and flags likely matches with a confidence score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88152" y="263347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788152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65776" y="33832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5175504" y="34930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Verification Pending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75504" y="3950208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Claimant provides private identifying details known only to the owner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46720" y="26334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24344" y="33832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</p:spPr>
      </p:sp>
      <p:sp>
        <p:nvSpPr>
          <p:cNvPr id="24" name="Text 22"/>
          <p:cNvSpPr/>
          <p:nvPr/>
        </p:nvSpPr>
        <p:spPr>
          <a:xfrm>
            <a:off x="7434072" y="34930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Verified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34072" y="3950208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Ownership confirmed by the reporter or an admin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305288" y="26334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10305288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582912" y="33832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640" y="34930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Recovered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92640" y="3950208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Item returned and the report is closed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and Found Campus Tracker  |  Team 16, Sec 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THREE-TIER DESIGN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7FA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Presentation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HTML5, CSS3, JavaScript, Bootstrap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285292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340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 / Report forms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369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&amp; map 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240" y="385876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7398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Login &amp; registration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7764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97680" y="155448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Application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26280" y="21762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rgbClr val="D7F0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 (Spring Boot)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26280" y="28529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7340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API &amp; controllers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26280" y="335584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2369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Matching algorithm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26280" y="385876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7398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Notification service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2668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7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75320" y="21762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via Spring Data JPA / Hibernate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75320" y="285292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27340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Users, items &amp; reports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75320" y="335584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2369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 records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75320" y="385876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7398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Location history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External Services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50468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38581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Maps API — campus location &amp; hotspot mapping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587044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7515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 Notification Service — possible-match alerts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and Found Campus Tracker  |  Team 16, Sec 10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BUILDING BLOCKS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Modules / Functionalities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User Auth &amp; Profiles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Registration, login and role-based access for students, staff &amp; admins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3584448" y="16642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47872" y="21945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Report Lost / Found Item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47872" y="269748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 category, description, location, date/time and photo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16642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82512" y="21945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Matching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2512" y="269748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Rule-based comparison of attributes to surface likely matches with a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52560" y="146304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3728" y="16642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25372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17152" y="21945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Location &amp; Map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17152" y="269748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Maps–based hotspot view of frequently reported areas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" y="461772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Verification &amp; Recovery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3232" y="51206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Private-detail ownership checks and lifecycle status 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383280" y="388620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584448" y="4087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47872" y="461772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Notifications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47872" y="51206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email alerts when a strong match is found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17920" y="388620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9088" y="4087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82512" y="461772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Admin Panel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82512" y="51206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flagged reports, resolve disputes, remove duplicates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52560" y="388620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7FA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253728" y="4087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925372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217152" y="461772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Reporting &amp; Insights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217152" y="51206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Trends on recurring loss locations and item categories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BOOTSTRAP-BASED UI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 — Home Page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Highlights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Clear navigation to Report Lost, Report Found, and Search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Quick campus-map preview highlighting recent reports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821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Recently reported items shown as scannable cards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953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Consistent header/footer used across every page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94960" y="1417320"/>
            <a:ext cx="6217920" cy="4709160"/>
          </a:xfrm>
          <a:prstGeom prst="roundRect">
            <a:avLst>
              <a:gd name="adj" fmla="val 1553"/>
            </a:avLst>
          </a:prstGeom>
          <a:solidFill>
            <a:srgbClr val="EFF6F6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94960" y="32689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38176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Home Page screenshot here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44B1CA9-AA44-3B29-239C-9FC763AA6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07523"/>
            <a:ext cx="6373368" cy="48201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ACCESS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Frontend Design — Login / Registration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Highlights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Separate sign-up for students and staff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 validation for email, phone and password strength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821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Session handling for secure, role-based access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953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Clean, distraction-free layout for fast entry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94960" y="1417320"/>
            <a:ext cx="6217920" cy="4709160"/>
          </a:xfrm>
          <a:prstGeom prst="roundRect">
            <a:avLst>
              <a:gd name="adj" fmla="val 1553"/>
            </a:avLst>
          </a:prstGeom>
          <a:solidFill>
            <a:srgbClr val="EFF6F6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94960" y="32689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38176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Insert Login / Registration screenshot here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BA3433-C8EB-5E03-807E-E3CF0AF7F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324947"/>
            <a:ext cx="6284976" cy="4879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DATA CAPTURE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Frontend Design — Report Forms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Highlights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Fields for category, description, location, date &amp;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upload for visual identification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821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Optional private detail field for future verification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953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Inline validation before submission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94960" y="1417320"/>
            <a:ext cx="6217920" cy="4709160"/>
          </a:xfrm>
          <a:prstGeom prst="roundRect">
            <a:avLst>
              <a:gd name="adj" fmla="val 1553"/>
            </a:avLst>
          </a:prstGeom>
          <a:solidFill>
            <a:srgbClr val="EFF6F6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94960" y="32689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38176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Insert Report Form screenshot here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39D348-8169-1B63-86A2-ADFE078E6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780" y="1343608"/>
            <a:ext cx="6315580" cy="4947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EVERY REPORT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Frontend Design —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Highlights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 Reports view with live lifecycle 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Possible-match alerts surfaced at the top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821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 by category, location or 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953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view adds moderation &amp; duplicate controls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94960" y="1417320"/>
            <a:ext cx="6217920" cy="4709160"/>
          </a:xfrm>
          <a:prstGeom prst="roundRect">
            <a:avLst>
              <a:gd name="adj" fmla="val 1553"/>
            </a:avLst>
          </a:prstGeom>
          <a:solidFill>
            <a:srgbClr val="EFF6F6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394960" y="32689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38176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Insert Dashboard screenshot here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3A971A-5EA6-89B9-D755-FEDD739D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296955"/>
            <a:ext cx="6373368" cy="49941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&amp; RELATIONSHIPS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ER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1965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user_id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665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134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34440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234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ITEM_REPORT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1636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report_id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18836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user_id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1305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(lost/found)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20440" y="26243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20440" y="2871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date_time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20440" y="31181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3115305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12344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234440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2344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16367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match_id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9400" y="18836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lost_report_id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213055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found_report_id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23774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2624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match_date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372600" y="1234440"/>
            <a:ext cx="2286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72600" y="1234440"/>
            <a:ext cx="228600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1234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09760" y="1636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notif_id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09760" y="18836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user_id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09760" y="2130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match_id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09760" y="2377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sent_at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83280" y="37947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3280" y="3794760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3794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520440" y="4197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verify_id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20440" y="4443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match_id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520440" y="4690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private_detail_hash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520440" y="49377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verified_by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92240" y="379476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0" y="3742695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3794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LOCATION_LOG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29400" y="419709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loc_id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29400" y="444398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report_id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29400" y="469087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834640" y="2194560"/>
            <a:ext cx="548640" cy="0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97880" y="2148840"/>
            <a:ext cx="594360" cy="0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23960" y="1920240"/>
            <a:ext cx="548640" cy="0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36008" y="3429000"/>
            <a:ext cx="0" cy="365760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53528" y="3429000"/>
            <a:ext cx="0" cy="365760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803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943600" y="1828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69680" y="1600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VIA SPRING DATA JPA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Database Design — Schema &amp; Sample Records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ITEM_REPORT — Key Columns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94960" cy="204825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Auto-increment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(FK)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'lost' or 'found'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Electronics, ID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location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828800"/>
            <a:ext cx="539496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1828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33172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749040" y="1828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Sample Records (illustrative)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5394960" cy="117043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Pending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Bottle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Earphones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572000"/>
            <a:ext cx="5394960" cy="2926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9"/>
          <p:cNvSpPr/>
          <p:nvPr/>
        </p:nvSpPr>
        <p:spPr>
          <a:xfrm>
            <a:off x="621792" y="4572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536192" y="4572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724912" y="4572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462272" y="4572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EFF6F6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6263640" y="32689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537960" y="38176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5A6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Insert actual DB table / phpMyAdmin screenshot here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E7862DE-95D9-D833-BB2C-7D3852C86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2" y="1380744"/>
            <a:ext cx="5550406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 AS OF THIS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Current Progress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F7FA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✔  Completed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21284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665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 finalized and submitted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883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Requirements, objectives &amp; scope defined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45643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10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 designed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407822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31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 diagram &amp; database schema drafted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70001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537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stack finalized (Spring Boot, MySQL, Bootstrap)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FD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50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◷  In Progress / Pending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0" y="2212848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0665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 page implementation (Home, Forms, Dashboard)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0" y="2834640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6883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REST APIs &amp; Spring Boot setup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3680" y="345643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310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Matching algorithm 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407822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931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Maps API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83680" y="4700016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5537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 notification service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WHAT'S 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Challenges &amp; Future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Challenges / Issues Faced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Designing a matching algorithm that balances accuracy vs. false positives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260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Keeping ownership verification secure without adding friction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319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Coordinating schema design across three team members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665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Complete backend APIs and connect to the MySQL 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2697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and refine all frontend pages with real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34747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3429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Google Maps for live hotspot 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63640" y="42519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6656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A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the matching engine against realistic sample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Campus Tracker  |  Team 16, Sec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49755" y="-1248156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campus lost &amp; found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 connected recovery network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327355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1272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Centralizes lost &amp; found reporting for the entire campus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37764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630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location data and rule-based matching to speed up recovery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427939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1330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Protects ownership through private-detail verification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47823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636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2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Gives administrators visibility, control, and useful insights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9808" y="54864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623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980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•  M. Harshika, Ch. Madhulika, B. Neha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1332</Words>
  <Application>Microsoft Office PowerPoint</Application>
  <PresentationFormat>Widescreen</PresentationFormat>
  <Paragraphs>310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Madhulika Chilumula</cp:lastModifiedBy>
  <cp:revision>2</cp:revision>
  <dcterms:created xsi:type="dcterms:W3CDTF">2026-09-09T08:07:53Z</dcterms:created>
  <dcterms:modified xsi:type="dcterms:W3CDTF">2026-09-11T08:08:19Z</dcterms:modified>
</cp:coreProperties>
</file>