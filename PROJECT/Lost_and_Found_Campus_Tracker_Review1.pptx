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lika Chilumula" userId="607cf3fa0c7e2317" providerId="LiveId" clId="{FEEC5A1D-66EA-416F-8AFF-911E55FB040C}"/>
    <pc:docChg chg="delSld modSld">
      <pc:chgData name="Madhulika Chilumula" userId="607cf3fa0c7e2317" providerId="LiveId" clId="{FEEC5A1D-66EA-416F-8AFF-911E55FB040C}" dt="2026-09-11T08:12:00.329" v="12" actId="255"/>
      <pc:docMkLst>
        <pc:docMk/>
      </pc:docMkLst>
      <pc:sldChg chg="del">
        <pc:chgData name="Madhulika Chilumula" userId="607cf3fa0c7e2317" providerId="LiveId" clId="{FEEC5A1D-66EA-416F-8AFF-911E55FB040C}" dt="2026-09-11T08:04:52.295" v="3" actId="2696"/>
        <pc:sldMkLst>
          <pc:docMk/>
          <pc:sldMk cId="0" sldId="257"/>
        </pc:sldMkLst>
      </pc:sldChg>
      <pc:sldChg chg="modSp mod">
        <pc:chgData name="Madhulika Chilumula" userId="607cf3fa0c7e2317" providerId="LiveId" clId="{FEEC5A1D-66EA-416F-8AFF-911E55FB040C}" dt="2026-09-11T08:08:48.195" v="5" actId="2711"/>
        <pc:sldMkLst>
          <pc:docMk/>
          <pc:sldMk cId="0" sldId="258"/>
        </pc:sldMkLst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2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8:48.195" v="5" actId="2711"/>
          <ac:spMkLst>
            <pc:docMk/>
            <pc:sldMk cId="0" sldId="258"/>
            <ac:spMk id="23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10:38.619" v="6" actId="255"/>
        <pc:sldMkLst>
          <pc:docMk/>
          <pc:sldMk cId="0" sldId="259"/>
        </pc:sldMkLst>
        <pc:spChg chg="mod">
          <ac:chgData name="Madhulika Chilumula" userId="607cf3fa0c7e2317" providerId="LiveId" clId="{FEEC5A1D-66EA-416F-8AFF-911E55FB040C}" dt="2026-09-11T08:10:38.619" v="6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38.619" v="6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38.619" v="6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38.619" v="6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38.619" v="6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38.619" v="6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38.619" v="6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38.619" v="6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38.619" v="6" actId="255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10:56.299" v="7" actId="255"/>
        <pc:sldMkLst>
          <pc:docMk/>
          <pc:sldMk cId="0" sldId="260"/>
        </pc:sldMkLst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3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0:56.299" v="7" actId="255"/>
          <ac:spMkLst>
            <pc:docMk/>
            <pc:sldMk cId="0" sldId="260"/>
            <ac:spMk id="33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11:26.276" v="8" actId="255"/>
        <pc:sldMkLst>
          <pc:docMk/>
          <pc:sldMk cId="0" sldId="261"/>
        </pc:sldMkLst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2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26.276" v="8" actId="255"/>
          <ac:spMkLst>
            <pc:docMk/>
            <pc:sldMk cId="0" sldId="261"/>
            <ac:spMk id="27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11:42.170" v="10" actId="255"/>
        <pc:sldMkLst>
          <pc:docMk/>
          <pc:sldMk cId="0" sldId="262"/>
        </pc:sldMkLst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2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2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1:42.170" v="10" actId="255"/>
          <ac:spMkLst>
            <pc:docMk/>
            <pc:sldMk cId="0" sldId="262"/>
            <ac:spMk id="31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12:00.329" v="12" actId="255"/>
        <pc:sldMkLst>
          <pc:docMk/>
          <pc:sldMk cId="0" sldId="263"/>
        </pc:sldMkLst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2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3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3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12:00.329" v="12" actId="255"/>
          <ac:spMkLst>
            <pc:docMk/>
            <pc:sldMk cId="0" sldId="263"/>
            <ac:spMk id="42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04:38.021" v="2" actId="255"/>
        <pc:sldMkLst>
          <pc:docMk/>
          <pc:sldMk cId="0" sldId="264"/>
        </pc:sldMkLst>
        <pc:spChg chg="mod">
          <ac:chgData name="Madhulika Chilumula" userId="607cf3fa0c7e2317" providerId="LiveId" clId="{FEEC5A1D-66EA-416F-8AFF-911E55FB040C}" dt="2026-09-11T08:04:31.272" v="1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5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9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17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23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24" creationId="{00000000-0000-0000-0000-000000000000}"/>
          </ac:spMkLst>
        </pc:spChg>
        <pc:spChg chg="mod">
          <ac:chgData name="Madhulika Chilumula" userId="607cf3fa0c7e2317" providerId="LiveId" clId="{FEEC5A1D-66EA-416F-8AFF-911E55FB040C}" dt="2026-09-11T08:04:38.021" v="2" actId="255"/>
          <ac:spMkLst>
            <pc:docMk/>
            <pc:sldMk cId="0" sldId="264"/>
            <ac:spMk id="32" creationId="{00000000-0000-0000-0000-000000000000}"/>
          </ac:spMkLst>
        </pc:spChg>
      </pc:sldChg>
      <pc:sldChg chg="modSp mod">
        <pc:chgData name="Madhulika Chilumula" userId="607cf3fa0c7e2317" providerId="LiveId" clId="{FEEC5A1D-66EA-416F-8AFF-911E55FB040C}" dt="2026-09-11T08:04:17.592" v="0" actId="1076"/>
        <pc:sldMkLst>
          <pc:docMk/>
          <pc:sldMk cId="0" sldId="265"/>
        </pc:sldMkLst>
        <pc:spChg chg="mod">
          <ac:chgData name="Madhulika Chilumula" userId="607cf3fa0c7e2317" providerId="LiveId" clId="{FEEC5A1D-66EA-416F-8AFF-911E55FB040C}" dt="2026-09-11T08:04:17.592" v="0" actId="1076"/>
          <ac:spMkLst>
            <pc:docMk/>
            <pc:sldMk cId="0" sldId="265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24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 (25CS1302E)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· 2026–2027 · Trimester 4  |  Section 10  |  Team 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7" name="Shape 5"/>
          <p:cNvSpPr/>
          <p:nvPr/>
        </p:nvSpPr>
        <p:spPr>
          <a:xfrm>
            <a:off x="983894" y="2126894"/>
            <a:ext cx="181051" cy="1810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AND FOUND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TRACKER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location-aware recovery network for the campus community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5120640"/>
            <a:ext cx="813816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6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257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Harshika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2520090047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5257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Madhulika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2520090056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5257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Neha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5623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2520090013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Campus lost &amp; found is slow, scattered, and untrustworthy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 central record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6B7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Reports live across notice boards, WhatsApp groups, and word of mouth — nothing is searchable in one place.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364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Manual, error-prone matching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2926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6B7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 must personally scan every board or group to spot a match, and easily miss one.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 location insight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5212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6B7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There's no way to see where items are commonly lost, so recurring hotspots go unnoticed.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9320" y="397764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251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6364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Weak ownership proof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3640" y="5212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5C6B7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Claims are settled by conversation alone, opening the door to disputes and false claims.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  ·  EXISTING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Today's process is manual and disconnected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39112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65960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notice boards and lost-and-found counters at scattered campus locations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2624328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51176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Informal WhatsApp / social media groups used to share lost or found items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3209544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1363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Purely manual searching — students and staff compare reports by memory or by browsing posts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8680" y="3794760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21608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matching logic — potential matches are found only if someone happens to notice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4379976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306824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location tracking, no analytics on where items are commonly lost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8680" y="4965192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892040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ownership verification mechanism — claims rely on trust alone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8680" y="5550408"/>
            <a:ext cx="91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5477256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notification system — users must keep checking back manually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  ·  PROPOSED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Proposed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centralized, intelligent recovery platform for the whole campus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384048" cy="38404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Centralized reporting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 &amp; staff log lost/found items with category, description, location, date/time and photo.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25112" y="19202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148840"/>
            <a:ext cx="384048" cy="38404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53712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Smart matching engine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53712" y="30175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rule-based algorithm compares reports and returns potential matches with a confidence score.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1584" y="192024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2148840"/>
            <a:ext cx="384048" cy="38404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30184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Location-aware tracking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30184" y="30175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campus map highlights frequently reported areas via the Google Maps API.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89120"/>
            <a:ext cx="384048" cy="38404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Private verification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724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Ownership is confirmed using identifying details hidden from general users.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25112" y="416052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4389120"/>
            <a:ext cx="384048" cy="38404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53712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Automatic notifications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53712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Email alerts fire the moment a found item closely matches an open lost report.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01584" y="416052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0184" y="4389120"/>
            <a:ext cx="384048" cy="38404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30184" y="49103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Recovery lifecycle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30184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report moves through Reported → Possible Match → Verification Pending → Verified → Recovered.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the system sets out to achieve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57400"/>
            <a:ext cx="384048" cy="384048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4251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one centralized recovery trail for every lost or found item on campus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2057400"/>
            <a:ext cx="384048" cy="384048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86600" y="1901952"/>
            <a:ext cx="4251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 matching with a rule-based algorithm and a confidence score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566160"/>
            <a:ext cx="384048" cy="384048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5880" y="3410712"/>
            <a:ext cx="4251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 location-aware tracking and a campus hotspot map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324612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3566160"/>
            <a:ext cx="384048" cy="384048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86600" y="3410712"/>
            <a:ext cx="4251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Protect ownership through private, verified identification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074920"/>
            <a:ext cx="384048" cy="384048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25880" y="4919472"/>
            <a:ext cx="4251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 real-time notifications the moment a possible match appears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09360" y="475488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5074920"/>
            <a:ext cx="384048" cy="384048"/>
          </a:xfrm>
          <a:prstGeom prst="roundRect">
            <a:avLst>
              <a:gd name="adj" fmla="val 10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086600" y="4919472"/>
            <a:ext cx="4251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 administrators tools to moderate, resolve disputes and manage duplicates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979" y="484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Scope of the project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5FBF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 SCOPE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F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377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 application for students &amp; staff to report lost / found items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F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2834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reports: category, description, location, date/time, image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F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3291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Rule-based matching engine with confidence scoring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F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3749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Campus map with location-based hotspot tracking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F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4206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Private ownership verification workflow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663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F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4663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Email notifications on possible matches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F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5120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Admin panel for moderation &amp; duplicate management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5577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F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5577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Recovery lifecycle status tracking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7220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FBF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 OF SCOPE (Phase 1)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4652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B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66560" y="2377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Native mobile applications (Android / iOS)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46520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B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66560" y="2971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Physical courier or item-transport service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46520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B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6560" y="35661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Payment, reward or bounty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4652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B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66560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Integration with campus ID/security systems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46520" y="4754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B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–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66560" y="47548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AI-based deep-learning image recognition (only optional image-assisted classification is considered)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06  ·  TECHNOLOGY IDENTIFICATION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Technology stack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09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1984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HTML5, CSS3, JavaScript, Bootstrap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600200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709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81144" y="1984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Java with Spring Boot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01584" y="1600200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600200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709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57616" y="1984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2752344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52344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620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ACCESS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" y="31363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Data JPA / Hibernate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25112" y="2752344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2752344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28620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MATCHING ENGINE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81144" y="31363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Rule-based algorithm comparing category, description, location &amp; date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01584" y="2752344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2752344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28620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LOCATION SERVICES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57616" y="31363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Maps API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3904488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904488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40142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NOTIFICATIONS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04672" y="428853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Email notification service for match alerts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25112" y="3904488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3904488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4581144" y="40142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 TOOLS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81144" y="428853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VS Code, IntelliJ IDEA, Postman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101584" y="3904488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01584" y="3904488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8357616" y="40142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VERSION CONTROL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57616" y="428853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 &amp; GitHub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5056632"/>
            <a:ext cx="35204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056632"/>
            <a:ext cx="73152" cy="9875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" y="5166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04672" y="54406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Render / Railway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07  ·  BASIC 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841249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66160" y="1783080"/>
            <a:ext cx="5029200" cy="685800"/>
          </a:xfrm>
          <a:prstGeom prst="roundRect">
            <a:avLst>
              <a:gd name="adj" fmla="val 9333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3703320" y="1856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CLIENT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703320" y="21671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  ·  HTML5 / CSS3 / JavaScript / Bootstrap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71032" y="2496312"/>
            <a:ext cx="219456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566160" y="2770632"/>
            <a:ext cx="5029200" cy="685800"/>
          </a:xfrm>
          <a:prstGeom prst="roundRect">
            <a:avLst>
              <a:gd name="adj" fmla="val 9333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8437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APPLICATION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03320" y="31546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Boot REST API  ·  Matching Engine  ·  Notification Service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71032" y="3483864"/>
            <a:ext cx="219456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3758184"/>
            <a:ext cx="5029200" cy="6400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3831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ACCESS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03320" y="41422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Spring Data JPA / Hibernate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71032" y="4425696"/>
            <a:ext cx="219456" cy="256032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4700016"/>
            <a:ext cx="5029200" cy="594360"/>
          </a:xfrm>
          <a:prstGeom prst="roundRect">
            <a:avLst>
              <a:gd name="adj" fmla="val 10769"/>
            </a:avLst>
          </a:prstGeom>
          <a:solidFill>
            <a:srgbClr val="5FBFB3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47731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DATABASE LAYER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03320" y="5084064"/>
            <a:ext cx="4754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dirty="0">
                <a:solidFill>
                  <a:srgbClr val="2129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MySQL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52560" y="2606040"/>
            <a:ext cx="25603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724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Maps API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0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location &amp; mapping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52560" y="3566160"/>
            <a:ext cx="25603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Email Service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44000" y="3959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match-alert notifications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95360" y="3108960"/>
            <a:ext cx="457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8595360" y="3108960"/>
            <a:ext cx="0" cy="8229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595360" y="3931920"/>
            <a:ext cx="457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48640" y="26060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463040" y="2834640"/>
            <a:ext cx="548640" cy="548640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38605" y="3010205"/>
            <a:ext cx="197510" cy="1975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 &amp; Staff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5800" y="38221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lost / found items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926080" y="2130552"/>
            <a:ext cx="640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926080" y="2130552"/>
            <a:ext cx="0" cy="134416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926080" y="3474720"/>
            <a:ext cx="640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114800"/>
            <a:ext cx="4114800" cy="41148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188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ABSTRACT SUBMITTED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 |  Lost and Found Campus Tracker  |  Review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821</Words>
  <Application>Microsoft Office PowerPoint</Application>
  <PresentationFormat>Widescreen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Madhulika Chilumula</cp:lastModifiedBy>
  <cp:revision>2</cp:revision>
  <dcterms:created xsi:type="dcterms:W3CDTF">2026-09-11T07:57:10Z</dcterms:created>
  <dcterms:modified xsi:type="dcterms:W3CDTF">2026-09-11T08:12:07Z</dcterms:modified>
</cp:coreProperties>
</file>